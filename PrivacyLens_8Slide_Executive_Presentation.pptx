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6B6D4"/>
                </a:solidFill>
              </a:defRPr>
            </a:pPr>
            <a:r>
              <a:t>PRIVACYLENS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Autonomous Digital Footprint &amp; Compliance Control Center for DPDP Act 2023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A passive Chrome MV3 extension and web control platform empowering users to discover personal data sprawl, understand privacy policies via AI, execute 3-tier consent revocations, and maintain immutable proof of legal compliance.</a:t>
            </a:r>
          </a:p>
          <a:p>
            <a:pPr>
              <a:spcBef>
                <a:spcPts val="3000"/>
              </a:spcBef>
              <a:defRPr sz="1100" b="1">
                <a:solidFill>
                  <a:srgbClr val="10B981"/>
                </a:solidFill>
              </a:defRPr>
            </a:pPr>
            <a:r>
              <a:t>EXECUTIVE COMMITTEE PRESENTATION • PRELIMINARY BUILD (v1.0)</a:t>
            </a:r>
            <a:br/>
            <a:r>
              <a:t>Status: PRODUCTION READY (GREEN) | Law: DPDP Act 2023 Enforcement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02 / EXECUTIVE CONTEXT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Digital Footprint Crisis &amp; DPDP Act Mandate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Data Sprawl Across 50+ Platforms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Consumers register across dozens of services leaving email, phone, and name identifiers in legacy corporate databases without ongoing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Opaque Consents &amp; Dark Patterns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Pre-checked checkboxes and 4,000-word terms trick users into granting broad consent for marketing and 3rd-party data monetization.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5257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Unenforceable DPDP Rights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DPDP Act 2023 guarantees §6 Revocation and §12 Erasure, but users lack a unified mechanism to exercise rights without visiting 50 sites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840480"/>
            <a:ext cx="52578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Lack of Audit-Ready Proof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Without timestamped, verifiable logs of deletion requests, Data Principals cannot prove compliance failure during legal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03 / SOLUTION OVERVIEW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Product Vision &amp; Unique Value Proposition (UVP)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System Scope &amp; Boundaries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WHAT PRIVACYLENS IS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Passive event detector via Chrome Extension (MV3)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Centralized privacy control center for user digital footprint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Realistic 3-Tier Deletion &amp; Consent Revocation Engine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Immutable audit trail engine for DPDP compliance proof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F43F5E"/>
                </a:solidFill>
              </a:defRPr>
            </a:pPr>
            <a:r>
              <a:t>WHAT PRIVACYLENS IS NOT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a document vault or DigiLocker storage system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for storing Aadhaar, PAN, or personal certificates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a password manager or automated form-filler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claiming false universal 1-click auto-deletion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4 Pillar Value Drivers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1. Zero-Effort Auto Discovery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Extension passively logs DOM form submits &amp; checkboxes live as user browses.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2. Plain-Language AI Summaries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Compresses 4,000-word terms into 2 plain-English sentences using Gemini AI.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3. Honest 3-Tier Action Engine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Direct API calls, Guided URL drawers, &amp; Legal Notice drafting for 100% reliability.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4. Audit-Ready DPDP Proof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Generates timestamped chronological logs proving consent withdrawal &amp; deletion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04 / CORE CAPABILITIES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Five Core Product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Passive MV3 Interceptor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Detects form submits &amp; consent checkboxes automatically without manual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50566800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505668000" y="1463040"/>
            <a:ext cx="201168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50566800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50580516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AI Policy Intelligence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Summarizes legal terms via Gemini AI &amp; calculates Privacy Score (0-100).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01060448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010604480" y="1463040"/>
            <a:ext cx="20116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01060448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01074164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3-Tier Action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Executes Direct API, Guided URL Drawer, or Legal DPDP Notice generator.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51554096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515540960" y="1463040"/>
            <a:ext cx="201168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51554096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4. CLEAN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51567812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Inactive Account Radar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Flags stale accounts &amp; high-risk domains for proactive data scrubbing.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02047744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020477440" y="1463040"/>
            <a:ext cx="20116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0204774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5. 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061460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Immutable Audit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Maintains chronological timeline of consent revocations &amp; request dispatches.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05 / TECHNICAL BREAKTHROUGH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Honest 3-Tier Deletion &amp; Revocation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64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LEVEL 1 — DIRECT API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Integrated Partner API Execution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target website exposes an official privacy endpoint.</a:t>
            </a:r>
            <a:br/>
            <a:r>
              <a:t>• Platform calls POST /api/partner/revoke or /delete.</a:t>
            </a:r>
            <a:br/>
            <a:r>
              <a:t>• Status updates instantly to REVOKED / COMPLETED.</a:t>
            </a:r>
            <a:br/>
            <a:r>
              <a:t>• Demonstrated via ShopEase partner API backend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832" y="1371600"/>
            <a:ext cx="345643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LEVEL 2 — GUIDED URL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Authenticated Redirection Drawer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website requires manual login &amp; account navigation.</a:t>
            </a:r>
            <a:br/>
            <a:r>
              <a:t>• Platform opens guided side-drawer with direct deep link.</a:t>
            </a:r>
            <a:br/>
            <a:r>
              <a:t>• Provides clear step-by-step UI instructions.</a:t>
            </a:r>
            <a:br/>
            <a:r>
              <a:t>• Eliminates searching through complex settings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1371600"/>
            <a:ext cx="345643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LEVEL 3 — LEGAL NOTICE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DPDP §6 / §12 Legal Generator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website lacks public deletion APIs.</a:t>
            </a:r>
            <a:br/>
            <a:r>
              <a:t>• Generates structured legal demand citing DPDP Act 2023.</a:t>
            </a:r>
            <a:br/>
            <a:r>
              <a:t>• Triggers pre-filled mailto: dispatch or copyable transcript.</a:t>
            </a:r>
            <a:br/>
            <a:r>
              <a:t>• Registers request in Request Tracker for statutory SLA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06 / ARCHITECTURE &amp; SECURITY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End-to-End System Architecture &amp; Zero-Trust Security Mandate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System Integration Flow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1. Chrome MV3 Extension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Content script listens to DOM form submits &amp; sends sanitized metadata to background worker.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2. Node.js Express REST Backend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Receives POST /api/events, executes 3-tier controllers, &amp; communicates with Gemini AI.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3. Prisma ORM &amp; SQLite Database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Stores relational records for Users, Websites, Active Consents, Requests, &amp; Audit Logs.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4. React Web Control Dashboard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Renders Digital Footprint grid, Privacy Score (0-100), 3-Tier drawers, &amp; Audit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🛡️ Zero Credential Retention Mandate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</a:defRPr>
            </a:pPr>
            <a:r>
              <a:t>PASSWORD &amp; PII NON-CAPTURE GUARANTEE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Passwords Ignored: input[type='password'] strictly filtered out.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Financial Data Ignored: Credit cards, CVVs, &amp; OTPs never processed.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Category Level Metadata: Logs data types ('Email Present') not raw text.</a:t>
            </a:r>
          </a:p>
          <a:p>
            <a:br/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PRIVACY &amp; SECURITY BY DESIGN</a:t>
            </a:r>
          </a:p>
          <a:p>
            <a:pPr>
              <a:spcBef>
                <a:spcPts val="400"/>
              </a:spcBef>
              <a:defRPr sz="1150" b="0">
                <a:solidFill>
                  <a:srgbClr val="94A3B8"/>
                </a:solidFill>
              </a:defRPr>
            </a:pPr>
            <a:r>
              <a:t>• Backend API Key Isolation: Gemini keys stored safely in backend .env.</a:t>
            </a:r>
          </a:p>
          <a:p>
            <a:pPr>
              <a:spcBef>
                <a:spcPts val="400"/>
              </a:spcBef>
              <a:defRPr sz="1150" b="0">
                <a:solidFill>
                  <a:srgbClr val="94A3B8"/>
                </a:solidFill>
              </a:defRPr>
            </a:pPr>
            <a:r>
              <a:t>• Open Content Script: Execution logic 100% visible in Chrome DevTools.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07 / LIVE DEMONSTRATION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Verification Harness: ShopEase E-Commerce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100% Controlled End-to-End Live Verification Protocol (10 Steps)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1. Launch ShopEase mock e-commerce site (localhost:3000) with Chrome Extension active.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2. User fills out registration form (Name, Email, Phone) &amp; checks Marketing Consent box.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3. Extension DOM listener detects submission; background worker dispatches event payload to REST API.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4. Extension toast triggers: 'Privacy Activity Detected on ShopEase'. Extension popup displays active consents.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5. Launch Central Privacy Dashboard (localhost:5173). Footprint grid renders ShopEase card with Medium risk rating.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6. Digital Privacy Score automatically recalculates (e.g. 85 ➔ 72) due to active marketing consent.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7. Click [AI Policy Summary] to view 2-sentence plain-English legal breakdown powered by Gemini AI.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8. Click [Revoke Marketing Consent] ➔ Tier 1 Direct API executes ➔ Status updates instantly to REVOKED.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9. Click [Request Account Deletion] ➔ Tier 3 Generator drafts DPDP §12 erasure legal notice ➔ Click [Submit Request].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10. Privacy Request Tracker updates status to PENDING RESPONSE &amp; Audit Log timeline registers timestamped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SLIDE 08 / ROADMAP &amp; EXECUTION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Implementation Progress, Team Ownership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Team Ownership &amp; Status (GREEN)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TM 1 (Team Lead): Integration Architect</a:t>
            </a:r>
          </a:p>
          <a:p>
            <a:pPr>
              <a:spcBef>
                <a:spcPts val="100"/>
              </a:spcBef>
              <a:defRPr sz="1050">
                <a:solidFill>
                  <a:srgbClr val="10B981"/>
                </a:solidFill>
              </a:defRPr>
            </a:pPr>
            <a:r>
              <a:t>shared/contracts.json, MASTER_DOC, Pitch &amp; Deck — [COMPLETED]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TM 2 (Extension): Chrome MV3 Eng.</a:t>
            </a:r>
          </a:p>
          <a:p>
            <a:pPr>
              <a:spcBef>
                <a:spcPts val="100"/>
              </a:spcBef>
              <a:defRPr sz="1050">
                <a:solidFill>
                  <a:srgbClr val="10B981"/>
                </a:solidFill>
              </a:defRPr>
            </a:pPr>
            <a:r>
              <a:t>extension/content.js, background.js, popup/* — [COMPLETED]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TM 3 (Dashboard): React Frontend</a:t>
            </a:r>
          </a:p>
          <a:p>
            <a:pPr>
              <a:spcBef>
                <a:spcPts val="100"/>
              </a:spcBef>
              <a:defRPr sz="1050">
                <a:solidFill>
                  <a:srgbClr val="10B981"/>
                </a:solidFill>
              </a:defRPr>
            </a:pPr>
            <a:r>
              <a:t>src/components/*, mockDashboardData.json — [COMPLETED]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TM 4 (Backend): Express &amp; Prisma</a:t>
            </a:r>
          </a:p>
          <a:p>
            <a:pPr>
              <a:spcBef>
                <a:spcPts val="100"/>
              </a:spcBef>
              <a:defRPr sz="1050">
                <a:solidFill>
                  <a:srgbClr val="10B981"/>
                </a:solidFill>
              </a:defRPr>
            </a:pPr>
            <a:r>
              <a:t>backend/server.js, schema.prisma, shopease-demo/* — [COMPLETED]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TM 5 (AI &amp; Intelligence): AI Eng.</a:t>
            </a:r>
          </a:p>
          <a:p>
            <a:pPr>
              <a:spcBef>
                <a:spcPts val="100"/>
              </a:spcBef>
              <a:defRPr sz="1050">
                <a:solidFill>
                  <a:srgbClr val="10B981"/>
                </a:solidFill>
              </a:defRPr>
            </a:pPr>
            <a:r>
              <a:t>backend/services/aiService.js, privacyScore.js — [COMPLETED]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🚀 Future Production Milestones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2: Automated Email Status Parsing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Integrate IMAP / Gmail API to automatically parse response emails from data fiduciaries and update Request Tracker status.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3: Multi-Language Legal Notices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Support localized DPDP notice templates across 12 Indian regional languages for broad accessibility.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4: Enterprise Data Fiduciary Portal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Expose lightweight SDK &amp; webhooks for data fiduciaries to adopt Tier 1 Direct API deletion seamlessly.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