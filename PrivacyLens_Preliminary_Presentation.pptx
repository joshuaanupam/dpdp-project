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  <a:latin typeface="Calibri"/>
              </a:defRPr>
            </a:pPr>
            <a:r>
              <a:t>PRIVACYLENS</a:t>
            </a:r>
          </a:p>
          <a:p>
            <a:pPr>
              <a:spcBef>
                <a:spcPts val="1000"/>
              </a:spcBef>
              <a:defRPr sz="2000" b="1">
                <a:solidFill>
                  <a:srgbClr val="F8FAFC"/>
                </a:solidFill>
              </a:defRPr>
            </a:pPr>
            <a:r>
              <a:t>Transparent Digital Footprint &amp; Compliance Platform for DPDP Act 2023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A passive Chrome MV3 extension &amp; privacy control center enabling users to discover personal data sprawl, understand agreements via AI, execute 3-tier deletions, and maintain legal proof of consent decisions.</a:t>
            </a:r>
          </a:p>
          <a:p>
            <a:pPr>
              <a:spcBef>
                <a:spcPts val="3000"/>
              </a:spcBef>
              <a:defRPr sz="1100" b="1">
                <a:solidFill>
                  <a:srgbClr val="10B981"/>
                </a:solidFill>
              </a:defRPr>
            </a:pPr>
            <a:r>
              <a:t>PROJECT EVALUATION COMMITTEE PRESENTATION — PRELIMINARY BUILD (v1.0)</a:t>
            </a:r>
            <a:br/>
            <a:r>
              <a:t>Team PrivacyLens | Date: August 2026 | Status: PRODUCTION READY (GREEN)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01 / CORE MOTIVATION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Digital Footprint Crisis &amp; The DPDP Act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Data Sprawl Across 50+ Web Services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Users register on dozens of e-commerce, media, and forum sites over time, leaving sensitive identifiers (Name, Email, Phone) scattered across legacy databases without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Invisible &amp; Opaque Consents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Pre-checked boxes and 40-page legal terms trick users into granting broad consent for marketing, tracking, and 3rd-party data sharing with zero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5257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Unenforceable Deletion Rights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The DPDP Act 2023 guarantees §6 Revocation and §12 Erasure, but users lack simple, consolidated tools to enforce these rights across fragmented web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840480"/>
            <a:ext cx="52578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Absence of Audit-Ready Evidence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When users request account deletion via email or web forms, organizations rarely provide verifiable logs, leaving individuals without proof of legal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02 / EXECUTIVE SUMMARY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Product Vision &amp; Unique Value Proposition (UVP)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System Boundary &amp; Scope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WHAT PRIVACYLENS IS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Centralized Privacy Control Layer for personal footprint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Passive event detector via Chrome Extension (MV3)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Realistic 3-Tier Deletion &amp; Revocation Engine</a:t>
            </a:r>
          </a:p>
          <a:p>
            <a:pPr>
              <a:spcBef>
                <a:spcPts val="400"/>
              </a:spcBef>
              <a:defRPr sz="1200" b="0">
                <a:solidFill>
                  <a:srgbClr val="F8FAFC"/>
                </a:solidFill>
              </a:defRPr>
            </a:pPr>
            <a:r>
              <a:t>• Audit &amp; evidence engine for DPDP compliance proof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F43F5E"/>
                </a:solidFill>
              </a:defRPr>
            </a:pPr>
            <a:r>
              <a:t>WHAT PRIVACYLENS IS NOT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a document vault or DigiLocker replacement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for storing Aadhaar, PAN, or personal certificates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a password manager or automated form-filler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• NOT claiming false 1-click universal auto-deletion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Four Pillars of UVP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1. Zero-Effort Automatic Discovery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Passive background extension logs form submit metadata live as users navigate the web.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2. Plain-Language AI Summarization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Converts multi-page terms of service into 2-sentence actionable summaries via Gemini AI.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3. Honest 3-Tier Action Engine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Combines Direct API calls, Guided URLs, and Formatted Legal Request drafting for real-world reliability.</a:t>
            </a:r>
          </a:p>
          <a:p>
            <a:pPr>
              <a:spcBef>
                <a:spcPts val="1000"/>
              </a:spcBef>
              <a:defRPr sz="1400" b="1">
                <a:solidFill>
                  <a:srgbClr val="F59E0B"/>
                </a:solidFill>
              </a:defRPr>
            </a:pPr>
            <a:r>
              <a:t>4. Audit-Ready DPDP Proof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Generates immutable chronological logs with timestamps proving consent revocation and erasure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03 / PRODUCT ARCHITECTURE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Five Core Product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Passive Chrome MV3 Interceptor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Detects form submits &amp; consent checkboxes without manual data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50566800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505668000" y="1463040"/>
            <a:ext cx="201168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50566800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50580516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AI Policy &amp; Risk Intelligence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Summarizes legal terms via Gemini API &amp; calculates Privacy Score (0-100).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01060448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010604480" y="1463040"/>
            <a:ext cx="20116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01060448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01074164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3-Tier Action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Executes Direct API, Guided Drawer, or Legal Notice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51554096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515540960" y="1463040"/>
            <a:ext cx="201168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51554096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4. CLEAN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51567812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Inactive Account Radar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Flags stale accounts &amp; high-risk domains for proactive data scrubbing.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020477440" y="1463040"/>
            <a:ext cx="2011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020477440" y="1463040"/>
            <a:ext cx="20116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0204774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5. 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0614600" y="237744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Immutable Audit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Maintains chronological audit trail of all consent revocations &amp;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04 / TECHNICAL BREAKTHROUGH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Honest 3-Tier Deletion &amp; Revocation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64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LEVEL 1 — DIRECT AUTOMATION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Partner API Endpoint Integration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target website exposes an official privacy API.</a:t>
            </a:r>
            <a:br/>
            <a:r>
              <a:t>• Platform executes POST /api/partner/revoke or /delete.</a:t>
            </a:r>
            <a:br/>
            <a:r>
              <a:t>• Status updates instantaneously to REVOKED / COMPLETED.</a:t>
            </a:r>
            <a:br/>
            <a:r>
              <a:t>• Fully validated in demo via ShopEase backend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832" y="1371600"/>
            <a:ext cx="345643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LEVEL 2 — GUIDED ACTION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Authenticated Redirection Drawer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site requires manual login &amp; account navigation.</a:t>
            </a:r>
            <a:br/>
            <a:r>
              <a:t>• Platform opens a guided side-drawer with direct deep link.</a:t>
            </a:r>
            <a:br/>
            <a:r>
              <a:t>• Provides step-by-step UI directions for deletion.</a:t>
            </a:r>
            <a:br/>
            <a:r>
              <a:t>• Eliminates searching through complex settings menus.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1371600"/>
            <a:ext cx="345643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LEVEL 3 — LEGAL REQUEST DRAFTING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DPDP §6 / §12 Notice Generator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Used when target website lacks public deletion APIs.</a:t>
            </a:r>
            <a:br/>
            <a:r>
              <a:t>• Generates structured legal demand citing DPDP Act 2023.</a:t>
            </a:r>
            <a:br/>
            <a:r>
              <a:t>• Triggers pre-filled mailto: or copyable legal transcript.</a:t>
            </a:r>
            <a:br/>
            <a:r>
              <a:t>• Registers request in Privacy Request Tracker for SLA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05 / SYSTEM ARCHITECTURE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End-to-End System Integration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3774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377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BROWSER EXTENSION</a:t>
            </a:r>
            <a:br/>
            <a:r>
              <a:t>(Manifest 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Content Script DOM Listener</a:t>
            </a:r>
            <a:br/>
            <a:r>
              <a:t>• Background Service Worker</a:t>
            </a:r>
            <a:br/>
            <a:r>
              <a:t>• Zero Password Security Mask</a:t>
            </a:r>
            <a:br/>
            <a:r>
              <a:t>• Extension Popup View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47472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3774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37744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NODE.JS / EXPRESS</a:t>
            </a:r>
            <a:br/>
            <a:r>
              <a:t>REST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Auth &amp; Security Middleware</a:t>
            </a:r>
            <a:br/>
            <a:r>
              <a:t>• Event Ingestion Controller</a:t>
            </a:r>
            <a:br/>
            <a:r>
              <a:t>• 3-Tier Action Engine</a:t>
            </a:r>
            <a:br/>
            <a:r>
              <a:t>• Gemini AI Policy Parser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347472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377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PRISMA ORM &amp;</a:t>
            </a:r>
            <a:br/>
            <a:r>
              <a:t>SQLITE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User Footprint Table</a:t>
            </a:r>
            <a:br/>
            <a:r>
              <a:t>• Active Consents Table</a:t>
            </a:r>
            <a:br/>
            <a:r>
              <a:t>• Privacy Requests Table</a:t>
            </a:r>
            <a:br/>
            <a:r>
              <a:t>• Immutable Audit Log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49640" y="347472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645920"/>
            <a:ext cx="23774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645920"/>
            <a:ext cx="23774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REACT CONTROL</a:t>
            </a:r>
            <a:br/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517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Digital Footprint Grid</a:t>
            </a:r>
            <a:br/>
            <a:r>
              <a:t>• Dynamic Privacy Score (0-100)</a:t>
            </a:r>
            <a:br/>
            <a:r>
              <a:t>• 3-Tier Execution Drawers</a:t>
            </a:r>
            <a:br/>
            <a:r>
              <a:t>• Audit Log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06 / EXTENSION ENGINEERING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Browser Extension Architecture &amp; Security Mandate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Extension Execution Pipeline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1. Passive DOM Interception (content.js)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Attaches non-blocking listeners to HTML form submit events across all visited web domains.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2. Form &amp; Consent Inspection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Identifies input fields (Email, Phone, Name) and checkboxes containing terms/marketing keywords.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3. Payload Dispatch (background.js)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Sends sanitized metadata payload via async HTTP POST /api/events to central backend.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4. Extension Popup View (popup.jsx)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Displays instant domain privacy status, detected fields, and active consents to the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🛡️ Zero Credential Retention Mandate</a:t>
            </a:r>
          </a:p>
          <a:p>
            <a:pPr>
              <a:spcBef>
                <a:spcPts val="400"/>
              </a:spcBef>
              <a:defRPr sz="1150" b="1">
                <a:solidFill>
                  <a:srgbClr val="F59E0B"/>
                </a:solidFill>
              </a:defRPr>
            </a:pPr>
            <a:r>
              <a:t>STRICT EXCLUSION RULES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Passwords Completely Ignored: input[type='password'] strictly excluded.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Payment Cards Ignored: Credit card, CVV, and banking fields stripped out.</a:t>
            </a:r>
          </a:p>
          <a:p>
            <a:pPr>
              <a:spcBef>
                <a:spcPts val="400"/>
              </a:spcBef>
              <a:defRPr sz="1150" b="0">
                <a:solidFill>
                  <a:srgbClr val="F8FAFC"/>
                </a:solidFill>
              </a:defRPr>
            </a:pPr>
            <a:r>
              <a:t>• OTP &amp; Auth Tokens Ignored: Security verification codes never processed.</a:t>
            </a:r>
          </a:p>
          <a:p>
            <a:br/>
            <a:pPr>
              <a:spcBef>
                <a:spcPts val="400"/>
              </a:spcBef>
              <a:defRPr sz="1150" b="1">
                <a:solidFill>
                  <a:srgbClr val="06B6D4"/>
                </a:solidFill>
              </a:defRPr>
            </a:pPr>
            <a:r>
              <a:t>PRIVACY BY DESIGN</a:t>
            </a:r>
          </a:p>
          <a:p>
            <a:pPr>
              <a:spcBef>
                <a:spcPts val="400"/>
              </a:spcBef>
              <a:defRPr sz="1150" b="0">
                <a:solidFill>
                  <a:srgbClr val="94A3B8"/>
                </a:solidFill>
              </a:defRPr>
            </a:pPr>
            <a:r>
              <a:t>• Category Level Metadata: Logs data types ('Email Present') rather than raw text.</a:t>
            </a:r>
          </a:p>
          <a:p>
            <a:pPr>
              <a:spcBef>
                <a:spcPts val="400"/>
              </a:spcBef>
              <a:defRPr sz="1150" b="0">
                <a:solidFill>
                  <a:srgbClr val="94A3B8"/>
                </a:solidFill>
              </a:defRPr>
            </a:pPr>
            <a:r>
              <a:t>• Environment Isolation: API keys isolated exclusively in backend .env.</a:t>
            </a:r>
          </a:p>
          <a:p>
            <a:pPr>
              <a:spcBef>
                <a:spcPts val="400"/>
              </a:spcBef>
              <a:defRPr sz="1150" b="0">
                <a:solidFill>
                  <a:srgbClr val="94A3B8"/>
                </a:solidFill>
              </a:defRPr>
            </a:pPr>
            <a:r>
              <a:t>• Transparent Execution: Open content script execution visible in DevTools.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07 / PRIVACY INTELLIGENCE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AI Policy Summarizer &amp; Privacy Score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🤖 Gemini API Policy Summarizer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Problem Solved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Privacy policies average 4,000 words of legal jargon that no consumer reads.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Gemini AI Prompt Engineering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Extracts key data practices into 2 plain-English sentences: (1) What data is collected, (2) How data is shared/sold.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Rule-Based Graceful Fallback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If Gemini API key is missing or offline, system switches to structured rule-based keyword extraction without breaking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📊 Dynamic Privacy Score Equation</a:t>
            </a:r>
          </a:p>
          <a:p>
            <a:pPr>
              <a:spcBef>
                <a:spcPts val="1200"/>
              </a:spcBef>
              <a:defRPr sz="1200" b="1">
                <a:solidFill>
                  <a:srgbClr val="06B6D4"/>
                </a:solidFill>
              </a:defRPr>
            </a:pPr>
            <a:r>
              <a:t>Score = 100 - (ActiveMarketing × 5) - (HighRiskSites × 10) + (RevokedConsents × 3)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Base Score: 100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Starting score for clean digital footprint.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Marketing Deductions (-5 pts)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Subtracted for each active promotional / 3rd party consent.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High Risk Site Penalty (-10 pts)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Deducted for accounts on unverified or data-broker domains.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Revocation Bonus (+3 pts)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Rewarded immediately when user revokes consent or submits erasure.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08 / USER INTERFACE &amp; PROOF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Central Privacy Dashboard &amp; Audit Evidence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Digital Footprint Grid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Card-based interface summarizing all connected websites, active data categories (Email, Phone, Name), risk tags, and deletion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2578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Website Detail Modal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Granular breakdown of specific domain agreements, displaying plain-English AI summaries and 3-tier execution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Privacy Request Tracker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Monitors lifecycle of deletion requests (CREATED ➔ SUBMITTED ➔ AWAITING RESPONSE ➔ COMPLETED) with legal deadline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84048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Immutable Audit Log Timeline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Chronological evidence timeline recording exact ISO timestamps for event discovery, consent revocations, and DPDP request submissions.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09 / VERIFICATION &amp; DEMO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Verification Harness: ShopEase Demo 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100% Reliable Live Demonstration Protocol (14-Step Flow)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1. Open ShopEase e-commerce demo store (localhost:3000) with Chrome Extension active.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2. Complete registration form (Name, Email, Phone) and check Marketing Consent box.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3. Extension content script passively captures submit metadata; background worker posts event to REST API.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4. Extension toast displays: 'Privacy Activity Detected on ShopEase'. Extension popup reflects active consents.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5. Launch Web Dashboard (localhost:5173). Footprint grid renders ShopEase card with Medium risk rating.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6. Observe Digital Privacy Score drop from 85 ➔ 72 due to active marketing consent.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7. Trigger 'AI Policy Summary' modal to view plain-English policy breakdown.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8. Click [Revoke Marketing Consent] ➔ Tier 1 Direct API executes ➔ Consent status updates instantly to REVOKED.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9. Click [Request Account Deletion] ➔ Tier 3 Legal Generator opens ➔ Click [Submit Legal Request].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10. Verify Privacy Request Tracker updates status to PENDING RESPONSE &amp; Audit Log records exact timestamped proof.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10 / TEAM ALLOCATION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Implementation Progress &amp; File Ownership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4236415"/>
                <a:gridCol w="22860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Key Files &amp; Responsibility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TM 1: Team Lead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Integration Architect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shared/contracts.json, MASTER_DOC, Pitch &amp; 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TM 2: Extension Eng.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Chrome MV3 Developer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extension/content.js, background.js, popup/*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TM 3: Dashboard Eng.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React Frontend Developer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src/components/*, mockDashboardData.json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TM 4: Backend Eng.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Express &amp; Prisma Developer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backend/server.js, schema.prisma, shopease-demo/*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TM 5: AI &amp; Privacy Eng.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Intelligence Engineer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backend/services/aiService.js, privacyScore.js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11 / FUTURE ROADMAP</a:t>
            </a:r>
          </a:p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Strategic Roadmap &amp; Committee Q&amp;A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Future Production Milestones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2: Automated Email Parsing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Integrate IMAP / Gmail API to automatically parse response emails from data fiduciaries and update status in Request Tracker.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3: Multi-Language Notices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Support localized DPDP notice templates across 12 Indian regional languages for broad accessibility.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Phase 4: Enterprise Partner Portal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Expose webhooks &amp; SDK for data fiduciaries to implement Tier 1 Direct API deletion seamlessly.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85232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❓ Committee Q&amp;A Readiness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Q: How do you handle password safety?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A: Password inputs (type='password') and credit card fields are strictly filtered at content script layer and never leave the DOM.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Q: Why not auto-delete on all sites?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A: Universal auto-deletion is impossible due to auth &amp; CSRF. Our 3-tier engine provides an honest, reliable alternative.</a:t>
            </a:r>
          </a:p>
          <a:p>
            <a:pPr>
              <a:spcBef>
                <a:spcPts val="1000"/>
              </a:spcBef>
              <a:defRPr sz="1150" b="1">
                <a:solidFill>
                  <a:srgbClr val="10B981"/>
                </a:solidFill>
              </a:defRPr>
            </a:pPr>
            <a:r>
              <a:t>Q: How does this align with DPDP 2023?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A: Directly enforces Data Principal rights under §6 (Consent Withdrawal) &amp; §12 (Data Erasure) with timestamped audit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